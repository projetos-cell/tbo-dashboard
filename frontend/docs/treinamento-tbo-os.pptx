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73152" cy="21945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Implementacao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 da TBO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1645920" cy="320040"/>
          </a:xfrm>
          <a:prstGeom prst="rect">
            <a:avLst/>
          </a:prstGeom>
          <a:solidFill>
            <a:srgbClr val="5B21B6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 o TBO 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5029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8288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gestao completo e 100% nativo da TBO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planilhas, ferramentas dispersas e processos manuais.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Single-tenant: acesso restrito @agenciatbo.com.br e @wearetbo.com.br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um lugar so — do briefing a entrega final.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1005840"/>
            <a:ext cx="54864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0332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10332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+ SSR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50876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508760"/>
            <a:ext cx="54864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361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15361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01168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2011680"/>
            <a:ext cx="54864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0391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20391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Edge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251460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0" y="2514600"/>
            <a:ext cx="54864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5420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5420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10896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4 niveis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886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Permissoes por role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97480" y="310896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9748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69748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97480" y="3886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Atualizacoes ao vivo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0896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84632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Integracoes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3886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OMIE + Fireflies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95160" y="310896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9516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99516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tipos campo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95160" y="3886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estilo Notion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Modulos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54864" cy="6400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875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FIXO NO TOPO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051560"/>
            <a:ext cx="960120" cy="27432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0515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960120" cy="27432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051560"/>
            <a:ext cx="960120" cy="27432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0515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49240" y="1051560"/>
            <a:ext cx="960120" cy="27432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10515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1051560"/>
            <a:ext cx="960120" cy="27432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0515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52360" y="1051560"/>
            <a:ext cx="960120" cy="27432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10515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1828800"/>
            <a:ext cx="54864" cy="1463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1901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&amp; CAIXA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2212848"/>
            <a:ext cx="731520" cy="256032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2128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78280" y="2212848"/>
            <a:ext cx="731520" cy="256032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478280" y="22128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70760" y="2212848"/>
            <a:ext cx="731520" cy="256032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270760" y="22128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5800" y="2532888"/>
            <a:ext cx="731520" cy="256032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25328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478280" y="2532888"/>
            <a:ext cx="731520" cy="256032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478280" y="25328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83280" y="182880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83280" y="182880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1901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&amp; CULTURA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20440" y="2212848"/>
            <a:ext cx="731520" cy="256032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520440" y="22128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12920" y="2212848"/>
            <a:ext cx="731520" cy="256032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312920" y="22128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05400" y="2212848"/>
            <a:ext cx="731520" cy="256032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105400" y="22128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Clima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182880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1828800"/>
            <a:ext cx="54864" cy="14630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1901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2212848"/>
            <a:ext cx="731520" cy="256032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22128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147560" y="2212848"/>
            <a:ext cx="731520" cy="256032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147560" y="22128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940040" y="2212848"/>
            <a:ext cx="731520" cy="256032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940040" y="22128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55080" y="2532888"/>
            <a:ext cx="731520" cy="256032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355080" y="25328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48640" y="35204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8640" y="35204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685800" y="3593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5800" y="3904488"/>
            <a:ext cx="1219200" cy="256032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85800" y="3904488"/>
            <a:ext cx="121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965960" y="3904488"/>
            <a:ext cx="1219200" cy="256032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965960" y="3904488"/>
            <a:ext cx="121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46120" y="3904488"/>
            <a:ext cx="1219200" cy="256032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3246120" y="3904488"/>
            <a:ext cx="121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846320" y="35204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846320" y="3520440"/>
            <a:ext cx="54864" cy="10972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4" name="Text 62"/>
          <p:cNvSpPr/>
          <p:nvPr/>
        </p:nvSpPr>
        <p:spPr>
          <a:xfrm>
            <a:off x="4983480" y="3593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983480" y="3904488"/>
            <a:ext cx="1219200" cy="256032"/>
          </a:xfrm>
          <a:prstGeom prst="rect">
            <a:avLst/>
          </a:prstGeom>
          <a:solidFill>
            <a:srgbClr val="64748B">
              <a:alpha val="1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4983480" y="3904488"/>
            <a:ext cx="121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Admin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63640" y="3904488"/>
            <a:ext cx="1219200" cy="256032"/>
          </a:xfrm>
          <a:prstGeom prst="rect">
            <a:avLst/>
          </a:prstGeom>
          <a:solidFill>
            <a:srgbClr val="64748B">
              <a:alpha val="1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263640" y="3904488"/>
            <a:ext cx="121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543800" y="3904488"/>
            <a:ext cx="1219200" cy="256032"/>
          </a:xfrm>
          <a:prstGeom prst="rect">
            <a:avLst/>
          </a:prstGeom>
          <a:solidFill>
            <a:srgbClr val="64748B">
              <a:alpha val="1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7543800" y="3904488"/>
            <a:ext cx="121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983480" y="4224528"/>
            <a:ext cx="1219200" cy="256032"/>
          </a:xfrm>
          <a:prstGeom prst="rect">
            <a:avLst/>
          </a:prstGeom>
          <a:solidFill>
            <a:srgbClr val="64748B">
              <a:alpha val="1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4983480" y="4224528"/>
            <a:ext cx="121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263640" y="4224528"/>
            <a:ext cx="1219200" cy="256032"/>
          </a:xfrm>
          <a:prstGeom prst="rect">
            <a:avLst/>
          </a:prstGeom>
          <a:solidFill>
            <a:srgbClr val="64748B">
              <a:alpha val="1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6263640" y="4224528"/>
            <a:ext cx="121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(RBAC)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54864" cy="8229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188720"/>
            <a:ext cx="548640" cy="54864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54480" y="1527048"/>
            <a:ext cx="640080" cy="228600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527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0" y="1234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total. Gestao de RBAC. Audit logs.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011680"/>
            <a:ext cx="54864" cy="8229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2487168"/>
            <a:ext cx="640080" cy="228600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2487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tier do founder. Financeiro, Intelligence, DRE.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97180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31089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5448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54480" y="3447288"/>
            <a:ext cx="731520" cy="2286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554480" y="34472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0" y="3154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projetos. Conduz 1:1s. OKRs parcial.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554480" y="4041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54480" y="4407408"/>
            <a:ext cx="914400" cy="228600"/>
          </a:xfrm>
          <a:prstGeom prst="rect">
            <a:avLst/>
          </a:prstGeom>
          <a:solidFill>
            <a:srgbClr val="64748B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554480" y="44074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OPERACAO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projetos atribuidos. Check-in OKRs proprios.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camada obrigatoria: RBACGuard (frontend) + RLS Policy (Supabase backend)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 (BUs)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7373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🎲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3D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do fluxo: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&gt; Dir. Visual &gt; Modelagem &gt; Clay &gt; Emissao &gt; Revisoes &gt; Entrega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05840"/>
            <a:ext cx="54864" cy="173736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776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1554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do fluxo: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&gt; Pesquisa &gt; Conceito &gt; Design &gt; Revisao &gt; Entrega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05840"/>
            <a:ext cx="54864" cy="173736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122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1554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do fluxo: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5508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&gt; Estrategia &gt; Producao &gt; Revisao &gt; Publicacao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926080"/>
            <a:ext cx="54864" cy="1737360"/>
          </a:xfrm>
          <a:prstGeom prst="rect">
            <a:avLst/>
          </a:prstGeom>
          <a:solidFill>
            <a:srgbClr val="9D174D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1430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Audiovisual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do fluxo: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&gt; Pre-Producao &gt; Captacao &gt; Pos-Producao &gt; Revisao &gt; Entrega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29260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0" y="2926080"/>
            <a:ext cx="54864" cy="1737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97764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Gamificacao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520440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do fluxo: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2044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customizado por projeto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9260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2926080"/>
            <a:ext cx="54864" cy="173736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8122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Interiores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55080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do fluxo: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customizado por projeto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CORE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Projetos, Tarefas, Chat, Atividades &amp; Favoritos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5B21B6">
              <a:alpha val="15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dinamico — cada role ve metricas diferentes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27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5270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Pendentes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e lista das tarefas atribuidas ao usuario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377440"/>
            <a:ext cx="708660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77440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1527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31920" y="15270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Ativos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resumido com health status dos projetos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2377440"/>
            <a:ext cx="708660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2377440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1527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15270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de vendas com valor total por estagio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2377440"/>
            <a:ext cx="708660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377440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30358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3035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&amp; Prazos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vencendo, tarefas atrasadas, revisoes pendentes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3886200"/>
            <a:ext cx="708660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886200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92608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520440" y="30358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931920" y="3035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Financeiros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2044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resumido, fluxo de caixa, contas a receber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0440" y="3886200"/>
            <a:ext cx="708660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3886200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292608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55080" y="30358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766560" y="3035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 em Andamento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5508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dos OKRs do trimestre atual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55080" y="3886200"/>
            <a:ext cx="1403604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3886200"/>
            <a:ext cx="14036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Lider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— Hub Central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views disponiveis para gestao completa de projetos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554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892808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(Kanban)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por status com drag &amp; drop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40280" y="1417320"/>
            <a:ext cx="1554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028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📃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13432" y="1892808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1343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completa com filtros e ordenacao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31920" y="1417320"/>
            <a:ext cx="1554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05072" y="1892808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0507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visual com dependencias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23560" y="1417320"/>
            <a:ext cx="1554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96712" y="1892808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9671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Visualizacao mensal de entregas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0" y="1417320"/>
            <a:ext cx="1554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88352" y="1892808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8835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de atividades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2926080"/>
            <a:ext cx="1554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1792" y="3401568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370332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trabalho por pessoa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40280" y="2926080"/>
            <a:ext cx="1554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4028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313432" y="3401568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13432" y="370332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decisoes do projeto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31920" y="2926080"/>
            <a:ext cx="1554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93192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005072" y="3401568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3D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05072" y="370332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Visualizacao especifica D3D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23560" y="2926080"/>
            <a:ext cx="1554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2356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696712" y="3401568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96712" y="370332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reutilizaveis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315200" y="2926080"/>
            <a:ext cx="1554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31520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388352" y="3401568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88352" y="370332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customizados e regras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— Status &amp; Health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Em Andamento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031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Em Revisao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8892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88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Concluido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(automatico)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41732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417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Prazo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20% tarefas atrasadas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0312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031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103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Risco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20-50% tarefas atrasadas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78892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78892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788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2788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 tarefas atrasadas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1965960" cy="4572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9319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931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97480" y="3931920"/>
            <a:ext cx="1965960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97480" y="39319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2697480" y="3931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3931920"/>
            <a:ext cx="1965960" cy="4572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393192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931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95160" y="3931920"/>
            <a:ext cx="1965960" cy="457200"/>
          </a:xfrm>
          <a:prstGeom prst="rect">
            <a:avLst/>
          </a:prstGeom>
          <a:solidFill>
            <a:srgbClr val="64748B">
              <a:alpha val="1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95160" y="3931920"/>
            <a:ext cx="196596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6995160" y="3931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— Sistema Completo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280160" cy="320040"/>
          </a:xfrm>
          <a:prstGeom prst="rect">
            <a:avLst/>
          </a:prstGeom>
          <a:solidFill>
            <a:srgbClr val="64748B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65960" y="1280160"/>
            <a:ext cx="1280160" cy="32004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1280160" cy="32004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1280160" cy="32004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91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1691640"/>
            <a:ext cx="1280160" cy="3200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1691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1691640"/>
            <a:ext cx="1280160" cy="320040"/>
          </a:xfrm>
          <a:prstGeom prst="rect">
            <a:avLst/>
          </a:prstGeom>
          <a:solidFill>
            <a:srgbClr val="94A3B8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691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APROVACAO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280160"/>
            <a:ext cx="1920240" cy="320040"/>
          </a:xfrm>
          <a:prstGeom prst="rect">
            <a:avLst/>
          </a:prstGeom>
          <a:solidFill>
            <a:srgbClr val="94A3B8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aprovacao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1280160"/>
            <a:ext cx="1920240" cy="32004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691640"/>
            <a:ext cx="1920240" cy="32004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1691640"/>
            <a:ext cx="1920240" cy="3200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2377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69748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27706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Recorrencia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108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Diaria, Semanal, Mensal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97480" y="269748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88920" y="27706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Views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88920" y="3108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Lista, Calendario, Board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69748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27706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Tags &amp; Labels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108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Organizacao customizada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95160" y="269748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86600" y="27706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Atribuicao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3108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Multiplos responsaveis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370332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" y="37764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Anexos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e links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97480" y="370332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788920" y="37764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Comentarios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8892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Discussao na tarefa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370332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937760" y="37764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Prazos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3776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inicio e fim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95160" y="370332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086600" y="37764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Relacoes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8660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Subtarefas e dependencias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— Comunicacao Interna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Comunicacao em tempo real — 100% nativo, sem dependencia externa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727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publicos e privados por projeto, equipe ou tema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463040"/>
            <a:ext cx="2651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46304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727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776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organizadas sem poluir o canal principal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651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6304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5727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122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mensagens importantes no topo do canal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2651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88036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90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4300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Programe mensagens para envio futuro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2880360"/>
            <a:ext cx="2651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83280" y="288036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990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↗️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97764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Encaminhe mensagens entre canais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880360"/>
            <a:ext cx="2651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88036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2990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😀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1228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Reacoes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Reaja com emojis sem criar ruido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&amp; Favoritos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45720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3474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Feed de Atividades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acontece no sistema, centralizado.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920240"/>
            <a:ext cx="1280160" cy="320040"/>
          </a:xfrm>
          <a:prstGeom prst="rect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criou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1920240"/>
            <a:ext cx="1280160" cy="320040"/>
          </a:xfrm>
          <a:prstGeom prst="rect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atualizou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1920240"/>
            <a:ext cx="1280160" cy="320040"/>
          </a:xfrm>
          <a:prstGeom prst="rect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331720"/>
            <a:ext cx="1280160" cy="320040"/>
          </a:xfrm>
          <a:prstGeom prst="rect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331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94560" y="2331720"/>
            <a:ext cx="1280160" cy="320040"/>
          </a:xfrm>
          <a:prstGeom prst="rect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2331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comentou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11880" y="2331720"/>
            <a:ext cx="1280160" cy="320040"/>
          </a:xfrm>
          <a:prstGeom prst="rect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2331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2743200"/>
            <a:ext cx="1280160" cy="320040"/>
          </a:xfrm>
          <a:prstGeom prst="rect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743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94560" y="2743200"/>
            <a:ext cx="1280160" cy="320040"/>
          </a:xfrm>
          <a:prstGeom prst="rect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0" y="2743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11880" y="2743200"/>
            <a:ext cx="1280160" cy="320040"/>
          </a:xfrm>
          <a:prstGeom prst="rect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2743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reabriu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1005840"/>
            <a:ext cx="3200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94960" y="100584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Favoritos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77840" y="1463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 para acesso rapido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19202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item pode ser favoritado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Projetos, tarefas, contratos, deals...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direto na sidebar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 por usuario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&amp; CAIXA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CRM, Clientes, Contratos, Financeiro, Compras &amp; Portal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5B21B6">
              <a:alpha val="15000"/>
            </a:srgbClr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CRM — Visao Kanban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migrados do RD Station — 100% nativo Supabase, sem dependencia externa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325880" cy="182880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63040"/>
            <a:ext cx="13258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011680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0116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" y="2487168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21031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10512" y="1463040"/>
            <a:ext cx="1325880" cy="182880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10512" y="1463040"/>
            <a:ext cx="1325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810512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Qualificacao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83664" y="2011680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47672" y="20116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83664" y="2487168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947672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36392" y="21031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55264" y="1463040"/>
            <a:ext cx="1325880" cy="18288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55264" y="1463040"/>
            <a:ext cx="13258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255264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28416" y="2011680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92424" y="20116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28416" y="2487168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92424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81144" y="21031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0016" y="1463040"/>
            <a:ext cx="1325880" cy="1828800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00016" y="1463040"/>
            <a:ext cx="13258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4700016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Negociacao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73168" y="2011680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37176" y="20116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73168" y="2487168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37176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25896" y="21031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44768" y="1463040"/>
            <a:ext cx="1325880" cy="1828800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4768" y="1463040"/>
            <a:ext cx="13258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6144768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2011680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81928" y="20116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2487168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81928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89520" y="1463040"/>
            <a:ext cx="1325880" cy="182880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89520" y="1463040"/>
            <a:ext cx="13258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758952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662672" y="2011680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726680" y="20116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62672" y="2487168"/>
            <a:ext cx="1179576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726680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" y="3566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3840480"/>
            <a:ext cx="621792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384048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965960" y="3840480"/>
            <a:ext cx="1056132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965960" y="3840480"/>
            <a:ext cx="10561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Indicacao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383280" y="3840480"/>
            <a:ext cx="969264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383280" y="384048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00600" y="3840480"/>
            <a:ext cx="795528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800600" y="384048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17920" y="3840480"/>
            <a:ext cx="969264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217920" y="384048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635240" y="3840480"/>
            <a:ext cx="708660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7635240" y="3840480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864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SUBPAGINAS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48640" y="4572000"/>
            <a:ext cx="708660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548640" y="4572000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737360" y="4572000"/>
            <a:ext cx="1143000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737360" y="45720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926080" y="4572000"/>
            <a:ext cx="969264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2926080" y="457200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114800" y="4572000"/>
            <a:ext cx="1056132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4114800" y="4572000"/>
            <a:ext cx="10561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303520" y="4572000"/>
            <a:ext cx="1316736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5303520" y="4572000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Precificacao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492240" y="4572000"/>
            <a:ext cx="1143000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6492240" y="45720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680960" y="4572000"/>
            <a:ext cx="1229868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7680960" y="4572000"/>
            <a:ext cx="12298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Integracoes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CLIENTE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554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2588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40280" y="1325880"/>
            <a:ext cx="1554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132588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417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1325880"/>
            <a:ext cx="1554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31920" y="132588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1417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23560" y="1325880"/>
            <a:ext cx="1554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132588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1417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0" y="1325880"/>
            <a:ext cx="1554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0" y="1325880"/>
            <a:ext cx="54864" cy="7315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1417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INTERACAO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1554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40280" y="2606040"/>
            <a:ext cx="1554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4028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📹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24028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Reuniao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0" y="2606040"/>
            <a:ext cx="1554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3192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93192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Ligacao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23560" y="2606040"/>
            <a:ext cx="1554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2356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6235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0" y="2606040"/>
            <a:ext cx="1554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31520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3657600"/>
            <a:ext cx="54864" cy="9144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37033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completo de interacoes com timeline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vinculados ao cliente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 valores associados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Contatos, documentos e configuracoes por empresa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554480" cy="320040"/>
          </a:xfrm>
          <a:prstGeom prst="rect">
            <a:avLst/>
          </a:prstGeom>
          <a:solidFill>
            <a:srgbClr val="64748B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0280" y="1280160"/>
            <a:ext cx="1554480" cy="32004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1280160"/>
            <a:ext cx="1554480" cy="320040"/>
          </a:xfrm>
          <a:prstGeom prst="rect">
            <a:avLst/>
          </a:prstGeom>
          <a:solidFill>
            <a:srgbClr val="94A3B8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1280160"/>
            <a:ext cx="1554480" cy="3200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1280160"/>
            <a:ext cx="1554480" cy="32004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10312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10312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97480" y="210312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97480" y="2103120"/>
            <a:ext cx="54864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10312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103120"/>
            <a:ext cx="54864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95160" y="210312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95160" y="2103120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Distrato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063240"/>
            <a:ext cx="448056" cy="292608"/>
          </a:xfrm>
          <a:prstGeom prst="rect">
            <a:avLst/>
          </a:prstGeom>
          <a:solidFill>
            <a:srgbClr val="0F172A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063240"/>
            <a:ext cx="448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20240" y="3063240"/>
            <a:ext cx="534924" cy="292608"/>
          </a:xfrm>
          <a:prstGeom prst="rect">
            <a:avLst/>
          </a:prstGeom>
          <a:solidFill>
            <a:srgbClr val="0F172A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920240" y="3063240"/>
            <a:ext cx="5349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063240"/>
            <a:ext cx="882396" cy="292608"/>
          </a:xfrm>
          <a:prstGeom prst="rect">
            <a:avLst/>
          </a:prstGeom>
          <a:solidFill>
            <a:srgbClr val="0F172A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063240"/>
            <a:ext cx="882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Aditivo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063240"/>
            <a:ext cx="1143000" cy="292608"/>
          </a:xfrm>
          <a:prstGeom prst="rect">
            <a:avLst/>
          </a:prstGeom>
          <a:solidFill>
            <a:srgbClr val="0F172A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06324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3063240"/>
            <a:ext cx="534924" cy="292608"/>
          </a:xfrm>
          <a:prstGeom prst="rect">
            <a:avLst/>
          </a:prstGeom>
          <a:solidFill>
            <a:srgbClr val="0F172A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3063240"/>
            <a:ext cx="5349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06640" y="3063240"/>
            <a:ext cx="708660" cy="292608"/>
          </a:xfrm>
          <a:prstGeom prst="rect">
            <a:avLst/>
          </a:prstGeom>
          <a:solidFill>
            <a:srgbClr val="0F172A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406640" y="3063240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3566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DINAMICOS (calculados)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3840480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" y="3840480"/>
            <a:ext cx="54864" cy="7315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Assinatura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+ sem arquivo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83280" y="3840480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383280" y="3840480"/>
            <a:ext cx="54864" cy="7315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9" name="Text 47"/>
          <p:cNvSpPr/>
          <p:nvPr/>
        </p:nvSpPr>
        <p:spPr>
          <a:xfrm>
            <a:off x="356616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Juridica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56616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+ com arquivo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17920" y="3840480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17920" y="3840480"/>
            <a:ext cx="54864" cy="731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Arquivado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Expirado ou cancelado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51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Acesso restrito: Founder + Diretoria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financeiro integrado com OMIE (ERP). Dados sincronizados automaticamente.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54864" cy="10058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 de Resultado do Exercicio com visao mensal e anual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377440"/>
            <a:ext cx="54864" cy="10058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Fluxo de Caixa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e saidas com projecao futura e saldo acumulado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Contas a Receber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Faturas emitidas, vencimentos e status de pagamento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566160"/>
            <a:ext cx="54864" cy="10058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Contas a Pagar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Fornecedores, vencimentos e agendamento de pagamentos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Portal do Cliente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3474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Compras &amp; Fornecedores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completo de fornecedores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Cotacoes e comparativos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de compra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de aquisicoes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Avaliacao de fornecedores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com Financeiro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749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Portal do Cliente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5544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externo via token (sem login)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fases por BU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de atividades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feedback direto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Visualizacao de entregas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customizadas por tipo de projeto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&amp; CULTURA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de time, performance, PDI, cultura e reconhecimentos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5B21B6">
              <a:alpha val="15000"/>
            </a:srgbClr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— Visao Geral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COLABORADOR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280160" cy="32004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1280160"/>
            <a:ext cx="1280160" cy="320040"/>
          </a:xfrm>
          <a:prstGeom prst="rect">
            <a:avLst/>
          </a:prstGeom>
          <a:solidFill>
            <a:srgbClr val="94A3B8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1280160" cy="32004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280160"/>
            <a:ext cx="1280160" cy="32004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Afastado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1280160" cy="32004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35240" y="1280160"/>
            <a:ext cx="1280160" cy="3200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1828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SUBPAGINAS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1945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Colaboradores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26517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Diretorio completo do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7480" y="21945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8892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Performance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26517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 radar de competencias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1945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PDI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6517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Desenvolvimento Individual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95160" y="21945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8660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Carreira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26517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com paths customizaveis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42900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3520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Organograma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visual da empresa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97480" y="342900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88920" y="3520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Timeline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8892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de eventos do colaborador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42900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3520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1:1s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Reunioes com transcricao Fireflies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95160" y="342900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086600" y="3520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Reconhecimentos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8660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Premiacoes e pontos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PDI &amp; Carreira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Performance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por competencia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visual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de evolucao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por periodo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749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1828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PDI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individuais com prazo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progresso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Vinculado a check-ins 1:1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Evolucao por trimestre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17520"/>
            <a:ext cx="54864" cy="164592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08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Carreira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de carreira customizaveis por BU e funcao. Paths com niveis, competencias exigidas e criterios claros.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7589520" cy="457200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Promocoes sao SEMPRE manuais — nunca automatizadas por score ou threshold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1:1s — Reunioes Individuais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Reunioes 1:1 integradas com Fireflies (transcricao automatica por IA)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Transcricao 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 grava e transcreve automaticamente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Action Items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Extraidos automaticamente da transcricao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Lider conduz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diretoria ou lider iniciam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Historico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1:1 com timeline por colaborador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— Visao Geral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❤️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&amp; Pilares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valores que guiam a TBO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00584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00584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88920" y="1508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1783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recorrentes do 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05840"/>
            <a:ext cx="54864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37760" y="1508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783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Premiacoes entre colegas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100584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100584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🎁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86600" y="1508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0" y="1783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tipos de premio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256032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56032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651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40080" y="3063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Academy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337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Capacitacao interna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256032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97480" y="2560320"/>
            <a:ext cx="54864" cy="1371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2697480" y="2651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788920" y="3063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RH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88920" y="3337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e eventos de RH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56032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560320"/>
            <a:ext cx="54864" cy="1371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651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937760" y="3063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Clima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37760" y="3337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de satisfacao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TBO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do resultado. Iniciativa e responsabilidade.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05840"/>
            <a:ext cx="54864" cy="1600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2044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Excelencia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Padrao alto em tudo. Craft e atencao ao detalhe.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05840"/>
            <a:ext cx="54864" cy="1600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5508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Colaboracao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juntos. Sinergia entre BUs.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788920"/>
            <a:ext cx="54864" cy="1600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Inovacao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Questionar o status quo. Testar e evoluir.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27889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788920"/>
            <a:ext cx="54864" cy="1600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5204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2044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Informacao aberta. Feedback honesto.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7889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788920"/>
            <a:ext cx="54864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❤️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35508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Cliente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5508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no centro de toda decisao.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Reconhecimentos &amp; Recompensas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DE RECONHECIMENTO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71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Bronze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0-49 pts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132588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371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Prata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50-149 pts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371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Ouro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150-299 pts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132588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1371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Diamante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pts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RECONHECIMENTO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69748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Colegas reconhecem diretamente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697480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269748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 (IA)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Extraido de reunioes por 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697480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697480"/>
            <a:ext cx="54864" cy="731520"/>
          </a:xfrm>
          <a:prstGeom prst="rect">
            <a:avLst/>
          </a:prstGeom>
          <a:solidFill>
            <a:srgbClr val="E01E5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com canal de kudos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657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TIPOS DE RECOMPENSA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977640"/>
            <a:ext cx="1229868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977640"/>
            <a:ext cx="12298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627632" y="3977640"/>
            <a:ext cx="882396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627632" y="3977640"/>
            <a:ext cx="882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06624" y="3977640"/>
            <a:ext cx="1056132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706624" y="3977640"/>
            <a:ext cx="10561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85616" y="3977640"/>
            <a:ext cx="882396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785616" y="3977640"/>
            <a:ext cx="882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64608" y="3977640"/>
            <a:ext cx="882396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64608" y="3977640"/>
            <a:ext cx="882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0" y="3977640"/>
            <a:ext cx="1056132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0" y="3977640"/>
            <a:ext cx="10561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Bem-estar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22592" y="3977640"/>
            <a:ext cx="1229868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022592" y="3977640"/>
            <a:ext cx="12298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01584" y="3977640"/>
            <a:ext cx="1229868" cy="292608"/>
          </a:xfrm>
          <a:prstGeom prst="rect">
            <a:avLst/>
          </a:prstGeom>
          <a:solidFill>
            <a:srgbClr val="5B21B6">
              <a:alpha val="1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101584" y="3977640"/>
            <a:ext cx="12298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Gastronomia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4343400"/>
            <a:ext cx="1056132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343400"/>
            <a:ext cx="10561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627632" y="4343400"/>
            <a:ext cx="1056132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627632" y="4343400"/>
            <a:ext cx="10561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06624" y="4343400"/>
            <a:ext cx="708660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2706624" y="4343400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785616" y="4343400"/>
            <a:ext cx="708660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3785616" y="4343400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64608" y="4343400"/>
            <a:ext cx="969264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864608" y="434340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943600" y="4343400"/>
            <a:ext cx="1056132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943600" y="4343400"/>
            <a:ext cx="10561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22592" y="4343400"/>
            <a:ext cx="882396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7022592" y="4343400"/>
            <a:ext cx="882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101584" y="4343400"/>
            <a:ext cx="621792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101584" y="434340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&amp; CONHECIMENTO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OKRs, Marketing, Blog, Relatorios, SOPs &amp; Templates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5B21B6">
              <a:alpha val="15000"/>
            </a:srgbClr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 — Objetivos e Resultados-Chave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965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97480" y="1280160"/>
            <a:ext cx="1965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28016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325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1965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8016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25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95160" y="1280160"/>
            <a:ext cx="1965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1280160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1325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2148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423160"/>
            <a:ext cx="1965960" cy="36576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23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caminho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97480" y="2423160"/>
            <a:ext cx="1965960" cy="36576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2423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Atencao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423160"/>
            <a:ext cx="1965960" cy="36576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423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risco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95160" y="2423160"/>
            <a:ext cx="1965960" cy="36576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2423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017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337560"/>
            <a:ext cx="54864" cy="6858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 dedicado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geral de todos os OKRs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33756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337560"/>
            <a:ext cx="54864" cy="6858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Check-ins periodicos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Atualizacao de progresso por todos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16052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4160520"/>
            <a:ext cx="54864" cy="6858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OKRs por empresa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152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estrategico top-down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16052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160520"/>
            <a:ext cx="54864" cy="6858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OKRs individuais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pessoais por trimestre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— Suite Completa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737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Campanhas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868680" cy="2743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91640" y="1600200"/>
            <a:ext cx="868680" cy="2743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1600200"/>
            <a:ext cx="868680" cy="2743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11880" y="1600200"/>
            <a:ext cx="868680" cy="2743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05840"/>
            <a:ext cx="54864" cy="1737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Conteudo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1600200"/>
            <a:ext cx="868680" cy="27432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97880" y="1600200"/>
            <a:ext cx="868680" cy="27432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0" y="1600200"/>
            <a:ext cx="868680" cy="27432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18120" y="1600200"/>
            <a:ext cx="868680" cy="27432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81812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Aprovacoes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92608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2926080"/>
            <a:ext cx="54864" cy="17373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Redes Sociais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1520" y="3520440"/>
            <a:ext cx="868680" cy="27432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5204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91640" y="3520440"/>
            <a:ext cx="868680" cy="27432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691640" y="35204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51760" y="3520440"/>
            <a:ext cx="868680" cy="27432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651760" y="35204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11880" y="3520440"/>
            <a:ext cx="868680" cy="27432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35204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92608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2926080"/>
            <a:ext cx="54864" cy="1737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Studio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937760" y="3520440"/>
            <a:ext cx="868680" cy="274320"/>
          </a:xfrm>
          <a:prstGeom prst="rect">
            <a:avLst/>
          </a:prstGeom>
          <a:solidFill>
            <a:srgbClr val="22C55E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35204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97880" y="3520440"/>
            <a:ext cx="868680" cy="274320"/>
          </a:xfrm>
          <a:prstGeom prst="rect">
            <a:avLst/>
          </a:prstGeom>
          <a:solidFill>
            <a:srgbClr val="22C55E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897880" y="35204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0" y="3520440"/>
            <a:ext cx="868680" cy="274320"/>
          </a:xfrm>
          <a:prstGeom prst="rect">
            <a:avLst/>
          </a:prstGeom>
          <a:solidFill>
            <a:srgbClr val="22C55E">
              <a:alpha val="12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0" y="35204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Blog, Relatorios &amp; Conhecimento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Blog (CMS nativo)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editar e publicar artigos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rich 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e meta tags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e tags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Relatorios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customizaveis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por qualquer campo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Reordenacao com Drag &amp; Drop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Edicao inline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88920"/>
            <a:ext cx="54864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SOPs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32461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 por BU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Navegacao: BU &gt; SOP especifico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em PDF/DOCX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timbrado oficial TBO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788920"/>
            <a:ext cx="37490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788920"/>
            <a:ext cx="54864" cy="1737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880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Templates &amp; Guias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2461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centralizada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reutilizaveis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Guias de processos internos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e historico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&amp; INTEGRACOES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OMIE, Fireflies, CRM nativo, Website Admin &amp; Configuracoes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5B21B6">
              <a:alpha val="15000"/>
            </a:srgbClr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Integracoes Ativas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OMIE (ERP)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1051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OMIE → TBO OS (leitura) + TBO OS → OMIE (escrita limitada)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Faturas e notas fiscais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1828800" cy="274320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a pagar e receber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1828800" cy="274320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463040"/>
            <a:ext cx="1828800" cy="274320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 fornecedores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80467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33172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Fireflies (Transcricao)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2377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 → TBO OS (leitura only)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2788920"/>
            <a:ext cx="1828800" cy="274320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Transcricao automatica de reunioes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788920"/>
            <a:ext cx="1828800" cy="274320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extraidos por IA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788920"/>
            <a:ext cx="1828800" cy="274320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modulo 1:1s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2788920"/>
            <a:ext cx="1828800" cy="274320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para PDI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CRM (Nativo)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114800" y="3703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Supabase — dados migrados do RD Station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" y="4114800"/>
            <a:ext cx="1828800" cy="27432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deals (kanban)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0" y="4114800"/>
            <a:ext cx="1828800" cy="27432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comerciais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4114800"/>
            <a:ext cx="1828800" cy="27432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de interacoes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75120" y="4114800"/>
            <a:ext cx="1828800" cy="27432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dependencia externa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Padrao: retry 3x com backoff exponencial | badge de status (synced/syncing/error) | fallback UI offline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Admin, Config &amp; Audit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Website Admin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de projetos do site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editar paginas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Configuracoes gerais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749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1463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Configuracoes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795528" cy="292608"/>
          </a:xfrm>
          <a:prstGeom prst="rect">
            <a:avLst/>
          </a:prstGeom>
          <a:solidFill>
            <a:srgbClr val="475569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0876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33872" y="1508760"/>
            <a:ext cx="1056132" cy="292608"/>
          </a:xfrm>
          <a:prstGeom prst="rect">
            <a:avLst/>
          </a:prstGeom>
          <a:solidFill>
            <a:srgbClr val="475569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833872" y="1508760"/>
            <a:ext cx="10561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Aparencia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38544" y="1508760"/>
            <a:ext cx="1316736" cy="292608"/>
          </a:xfrm>
          <a:prstGeom prst="rect">
            <a:avLst/>
          </a:prstGeom>
          <a:solidFill>
            <a:srgbClr val="475569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38544" y="1508760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Notificacoes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43216" y="1508760"/>
            <a:ext cx="1056132" cy="292608"/>
          </a:xfrm>
          <a:prstGeom prst="rect">
            <a:avLst/>
          </a:prstGeom>
          <a:solidFill>
            <a:srgbClr val="475569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443216" y="1508760"/>
            <a:ext cx="10561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1874520"/>
            <a:ext cx="1229868" cy="292608"/>
          </a:xfrm>
          <a:prstGeom prst="rect">
            <a:avLst/>
          </a:prstGeom>
          <a:solidFill>
            <a:srgbClr val="475569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874520"/>
            <a:ext cx="12298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Integracoes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33872" y="1874520"/>
            <a:ext cx="969264" cy="292608"/>
          </a:xfrm>
          <a:prstGeom prst="rect">
            <a:avLst/>
          </a:prstGeom>
          <a:solidFill>
            <a:srgbClr val="475569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833872" y="187452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38544" y="1874520"/>
            <a:ext cx="708660" cy="292608"/>
          </a:xfrm>
          <a:prstGeom prst="rect">
            <a:avLst/>
          </a:prstGeom>
          <a:solidFill>
            <a:srgbClr val="475569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638544" y="1874520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69748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269748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Audit Log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724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Acesso: Founder + Diretoria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33832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alterou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alterou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anterior e posterior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2697480"/>
            <a:ext cx="3749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697480"/>
            <a:ext cx="54864" cy="18288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788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Changelog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0" y="3154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3429000"/>
            <a:ext cx="3017520" cy="274320"/>
          </a:xfrm>
          <a:prstGeom prst="rect">
            <a:avLst/>
          </a:prstGeom>
          <a:solidFill>
            <a:srgbClr val="22C55E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429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Funcionalidade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3794760"/>
            <a:ext cx="3017520" cy="2743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3794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Correcao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4160520"/>
            <a:ext cx="3017520" cy="27432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4526280"/>
            <a:ext cx="3017520" cy="27432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4526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PADROES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Drop, tabelas Notion-style, feedback visual e estados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5B21B6">
              <a:alpha val="15000"/>
            </a:srgbClr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Universal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0972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51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modulos suportam D&amp;D. Ao mover para nova secao: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Status da secao destino aplicado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Tags obrigatorias adicionadas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Assignee padrao atribuido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Permissoes herdadas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D&amp;D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960120" cy="45720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974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90472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21B6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40864" y="2697480"/>
            <a:ext cx="960120" cy="45720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340864" y="26974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da secao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65576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21B6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15968" y="2697480"/>
            <a:ext cx="960120" cy="45720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315968" y="26974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otimista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068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21B6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91072" y="2697480"/>
            <a:ext cx="960120" cy="45720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91072" y="26974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Supabase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15784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21B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66176" y="2697480"/>
            <a:ext cx="960120" cy="45720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66176" y="26974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Realtime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38328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4290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Ctrl+Z obrigatorio — toda acao D&amp;D tem undo stack para rollback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erro na persistencia: rollback automatico + toast de erro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Notion-Style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tipos de propriedade com edicao inline e filtros persistentes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141732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41732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multi_select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35240" y="141732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182880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checkbox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65960" y="182880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96596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182880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182880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35240" y="182880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224028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240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65960" y="224028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965960" y="2240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rollup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83280" y="224028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2240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224028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240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224028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2240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35240" y="2240280"/>
            <a:ext cx="1280160" cy="320040"/>
          </a:xfrm>
          <a:prstGeom prst="rect">
            <a:avLst/>
          </a:prstGeom>
          <a:solidFill>
            <a:srgbClr val="5B21B6">
              <a:alpha val="1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635240" y="2240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3063240"/>
            <a:ext cx="1965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08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de colunas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3749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Reordene colunas arrastando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97480" y="3063240"/>
            <a:ext cx="1965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69748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278892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persistentes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788920" y="3749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Salvos no Supabase por view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3063240"/>
            <a:ext cx="1965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4632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↕️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93776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Ordenacao combinavel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37760" y="3749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A, depois B, asc/desc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95160" y="3063240"/>
            <a:ext cx="1965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99516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08660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Edicao inline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086600" y="3749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para editar na celula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 &amp; Estados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828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Feedback Visual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acao: feedback em &lt;100ms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updates em toda mutacao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loading = layout real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states com CTA claro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Toast: 3-5s auto-dismiss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749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Estados Obrigatorios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3200400" cy="292608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5087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content-aware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1874520"/>
            <a:ext cx="3200400" cy="292608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874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 acao + CTA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240280"/>
            <a:ext cx="3200400" cy="292608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240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240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 util + retry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10896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200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RBAC na Pratica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Dupla camada: RBACGuard (frontend) + RLS (Supabase)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Dados acima do nivel: ESCONDIDOS, nao desabilitados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 renderiza widgets diferentes por role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Nunca confiar so no frontend para seguranca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Melhoria Continua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3716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Agentes QA Automatizados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melhoria continua em 4 camadas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783080"/>
            <a:ext cx="1463040" cy="3657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21B6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23160" y="1783080"/>
            <a:ext cx="1463040" cy="3657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86200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21B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69080" y="1783080"/>
            <a:ext cx="1463040" cy="3657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6" name="Text 14"/>
          <p:cNvSpPr/>
          <p:nvPr/>
        </p:nvSpPr>
        <p:spPr>
          <a:xfrm>
            <a:off x="406908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32120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21B6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15000" y="1783080"/>
            <a:ext cx="1463040" cy="3657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8040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21B6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60920" y="1783080"/>
            <a:ext cx="1463040" cy="3657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46888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468880"/>
            <a:ext cx="54864" cy="8686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Orchestrator, Auditor, Implementor, Validator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46888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46888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arquivos, 40.9k linhas — structural, UX, tasks, views, integrations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47472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474720"/>
            <a:ext cx="54864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arquivos, 15.4k linhas — structural, performance, growth, analytics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47472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474720"/>
            <a:ext cx="54864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8348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contracts, regression guard, build health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&amp; Recursos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43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dedicado para duvidas sobre o TBO OS. Resposta rapida do time de dev.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43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por Processo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fluxo tem SOP detalhado com passo-a-passo. Organizado por BU.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834640"/>
            <a:ext cx="54864" cy="164592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71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474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todas as atualizacoes em tempo real. Tags por tipo de mudanca.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54864" cy="1645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971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Academy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3474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 e capacitacoes internas para novos features.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 — Treinamento de Implementacao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 OS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pela TBO, para a TBO.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Duvidas? Fale no Chat.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TBO OS — Manual de Implementação</dc:title>
  <dc:subject>PptxGenJS Presentation</dc:subject>
  <dc:creator>TBO</dc:creator>
  <cp:lastModifiedBy>TBO</cp:lastModifiedBy>
  <cp:revision>1</cp:revision>
  <dcterms:created xsi:type="dcterms:W3CDTF">2026-03-30T17:19:50Z</dcterms:created>
  <dcterms:modified xsi:type="dcterms:W3CDTF">2026-03-30T17:19:50Z</dcterms:modified>
</cp:coreProperties>
</file>