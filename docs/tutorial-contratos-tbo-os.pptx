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818CF8">
              <a:alpha val="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828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Criar um Contrato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TBO OS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31520" y="3291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Tutorial passo a passo para criar, gerar e enviar contratos para assinatura digital.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TBO  |  Modulo de Contratos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Geral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etapas simples para criar um contrato completo com assinatura digital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371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45920"/>
            <a:ext cx="13716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9202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060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154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Basicos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65176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94560" y="1645920"/>
            <a:ext cx="1371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194560" y="1645920"/>
            <a:ext cx="1371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9"/>
          <p:cNvSpPr/>
          <p:nvPr/>
        </p:nvSpPr>
        <p:spPr>
          <a:xfrm>
            <a:off x="2651760" y="19202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26517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26060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286000" y="3154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740" y="2651760"/>
            <a:ext cx="182880" cy="1828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886200" y="1645920"/>
            <a:ext cx="1371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3886200" y="1645920"/>
            <a:ext cx="1371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4"/>
          <p:cNvSpPr/>
          <p:nvPr/>
        </p:nvSpPr>
        <p:spPr>
          <a:xfrm>
            <a:off x="4343400" y="19202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5"/>
          <p:cNvSpPr/>
          <p:nvPr/>
        </p:nvSpPr>
        <p:spPr>
          <a:xfrm>
            <a:off x="43434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260604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77640" y="3154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Signatarios</a:t>
            </a:r>
            <a:endParaRPr lang="en-US" sz="12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6380" y="2651760"/>
            <a:ext cx="182880" cy="18288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5577840" y="1645920"/>
            <a:ext cx="1371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5577840" y="164592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19"/>
          <p:cNvSpPr/>
          <p:nvPr/>
        </p:nvSpPr>
        <p:spPr>
          <a:xfrm>
            <a:off x="6035040" y="19202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0"/>
          <p:cNvSpPr/>
          <p:nvPr/>
        </p:nvSpPr>
        <p:spPr>
          <a:xfrm>
            <a:off x="60350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2606040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669280" y="3154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</a:t>
            </a:r>
            <a:endParaRPr lang="en-US" sz="12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020" y="2651760"/>
            <a:ext cx="182880" cy="18288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7269480" y="1645920"/>
            <a:ext cx="1371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7269480" y="1645920"/>
            <a:ext cx="1371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24"/>
          <p:cNvSpPr/>
          <p:nvPr/>
        </p:nvSpPr>
        <p:spPr>
          <a:xfrm>
            <a:off x="7726680" y="19202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25"/>
          <p:cNvSpPr/>
          <p:nvPr/>
        </p:nvSpPr>
        <p:spPr>
          <a:xfrm>
            <a:off x="7726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2606040"/>
            <a:ext cx="365760" cy="36576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360920" y="3154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</a:t>
            </a:r>
            <a:endParaRPr lang="en-US" sz="1200" dirty="0"/>
          </a:p>
        </p:txBody>
      </p:sp>
      <p:sp>
        <p:nvSpPr>
          <p:cNvPr id="38" name="Shape 27"/>
          <p:cNvSpPr/>
          <p:nvPr/>
        </p:nvSpPr>
        <p:spPr>
          <a:xfrm>
            <a:off x="731520" y="4297680"/>
            <a:ext cx="7680960" cy="5029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9" name="Text 28"/>
          <p:cNvSpPr/>
          <p:nvPr/>
        </p:nvSpPr>
        <p:spPr>
          <a:xfrm>
            <a:off x="914400" y="4297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Acesso: Menu lateral &gt; Contratos &gt; + Novo Contrato  |  Permissao: Diretoria ou superior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Etapa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Basicos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Preencha as informacoes gerais do contrato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Descricao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Titulo 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2A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Nome do contrato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Obrigatorio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Descricao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2A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Detalhes adicionais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2A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Opcional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2A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Cliente, Equipe, Fornecedor, Distrato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2A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Opcional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2A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PJ, NDA, Aditivo, Freelancer, CLT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2A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Padrao: PJ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2A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Valor global em R$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2A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Opcional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Inicio / Fim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2A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Datas de vigencia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2A6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Opcional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Dica: Apenas o Titulo e obrigatorio. Todos os outros campos podem ser preenchidos depois.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Etapa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 Entregas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Adicione os itens de entrega do contrato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63040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63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Branding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14630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1524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R$ 25.000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286000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286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 de Lancamento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22860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Audiovisual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286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1524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R$ 45.000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108960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108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3D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3108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108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1524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R$ 30.000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977640"/>
            <a:ext cx="7680960" cy="5029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3977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15240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R$ 100.000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item: Titulo (obrigatorio) + Categoria + Valor + Datas estimadas. O sistema soma automaticamente.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Etapa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e Signatarios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Defina quem assina o contrato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63040"/>
            <a:ext cx="73152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CONTRATANTE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Quem contrata os servicos</a:t>
            </a: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Nome / Razao Social  •  E-mail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CPF / CNPJ (opcional)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63040"/>
            <a:ext cx="73152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1920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Quem presta os servicos</a:t>
            </a: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Nome / Razao Social  •  E-mail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CPF / CNPJ (opcional)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2532888" cy="640080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20040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Testemunha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Testemunha do contrato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38728" y="3200400"/>
            <a:ext cx="2532888" cy="640080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19" name="Shape 17"/>
          <p:cNvSpPr/>
          <p:nvPr/>
        </p:nvSpPr>
        <p:spPr>
          <a:xfrm>
            <a:off x="3538728" y="3200400"/>
            <a:ext cx="54864" cy="640080"/>
          </a:xfrm>
          <a:prstGeom prst="rect">
            <a:avLst/>
          </a:prstGeom>
          <a:solidFill>
            <a:srgbClr val="8892A6"/>
          </a:solidFill>
          <a:ln/>
        </p:spPr>
      </p:sp>
      <p:sp>
        <p:nvSpPr>
          <p:cNvPr id="20" name="Text 18"/>
          <p:cNvSpPr/>
          <p:nvPr/>
        </p:nvSpPr>
        <p:spPr>
          <a:xfrm>
            <a:off x="3721608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Signatario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21608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Signatario adicional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45936" y="3200400"/>
            <a:ext cx="2532888" cy="640080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345936" y="3200400"/>
            <a:ext cx="54864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6528816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28816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Aprovador interno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114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sistema adiciona automaticamente Contratante + Contratado ao iniciar. Adicione Testemunhas conforme necessario.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Etapa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do Contrato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768096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Automaticamente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554480" y="1737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 profissional com 13 clausulas, usando os dados que voce preencheu. Modelo TBO com IA para personalizar clausulas.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05840" y="2286000"/>
            <a:ext cx="1645920" cy="7772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Tudo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9728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Todas as clausulas de uma vez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834640" y="2286000"/>
            <a:ext cx="1645920" cy="7772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5" name="Text 12"/>
          <p:cNvSpPr/>
          <p:nvPr/>
        </p:nvSpPr>
        <p:spPr>
          <a:xfrm>
            <a:off x="292608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Clausula Objeto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92608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Texto juridico do objeto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63440" y="2286000"/>
            <a:ext cx="1645920" cy="7772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Detalhar Escopo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5488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Expande itens em texto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92240" y="2286000"/>
            <a:ext cx="1645920" cy="7772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Sugerir Pagamento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58368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Estrutura de pagamento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31520" y="3520440"/>
            <a:ext cx="7680960" cy="640080"/>
          </a:xfrm>
          <a:prstGeom prst="rect">
            <a:avLst/>
          </a:prstGeom>
          <a:solidFill>
            <a:srgbClr val="F8F9FC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611880"/>
            <a:ext cx="320040" cy="320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46304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tenho o documento pronto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463040" y="3840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Upload de PDF, DOC ou DOCX (max 10MB). Arraste ou clique para selecionar.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Voce pode pular esta etapa e adicionar o documento depois pela pagina de detalhe.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Etapa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 e Criacao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Confira todos os dados antes de criar o contrato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4937760" cy="475488"/>
          </a:xfrm>
          <a:prstGeom prst="rect">
            <a:avLst/>
          </a:prstGeom>
          <a:solidFill>
            <a:srgbClr val="F8F9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9047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17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Basicos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17520" y="14173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Titulo, categoria, tipo, valor, periodo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1984248"/>
            <a:ext cx="4937760" cy="4754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74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19842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017520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Lista de itens com valores e total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31520" y="2551176"/>
            <a:ext cx="4937760" cy="475488"/>
          </a:xfrm>
          <a:prstGeom prst="rect">
            <a:avLst/>
          </a:prstGeom>
          <a:solidFill>
            <a:srgbClr val="F8F9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2432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551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Signatarios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017520" y="255117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Nome, e-mail e papel de cada parte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31520" y="3118104"/>
            <a:ext cx="4937760" cy="4754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91256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311810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3017520" y="311810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Arquivo anexado ou aviso de pendencia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31520" y="3685032"/>
            <a:ext cx="4937760" cy="475488"/>
          </a:xfrm>
          <a:prstGeom prst="rect">
            <a:avLst/>
          </a:prstGeom>
          <a:solidFill>
            <a:srgbClr val="F8F9F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58184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71600" y="36850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Digital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017520" y="36850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Status da integracao com Clicksign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035040" y="1417320"/>
            <a:ext cx="2560320" cy="28346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7" name="Text 20"/>
          <p:cNvSpPr/>
          <p:nvPr/>
        </p:nvSpPr>
        <p:spPr>
          <a:xfrm>
            <a:off x="621792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clicar Criar:</a:t>
            </a:r>
            <a:endParaRPr lang="en-US" sz="12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011680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58368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Contrato salvo como Rascunho</a:t>
            </a:r>
            <a:endParaRPr lang="en-US" sz="10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2395728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583680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Itens de escopo criados</a:t>
            </a:r>
            <a:endParaRPr lang="en-US" sz="10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2779776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583680" y="2734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Signatarios registrados</a:t>
            </a:r>
            <a:endParaRPr lang="en-US" sz="10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3163824"/>
            <a:ext cx="182880" cy="18288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583680" y="3118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Envio auto para Clicksign</a:t>
            </a:r>
            <a:endParaRPr lang="en-US" sz="10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3547872"/>
            <a:ext cx="182880" cy="18288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583680" y="3502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Redirecionamento ao detalhe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Dicas e Boas Praticas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9601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Contratante padrao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Os dados da TBO (razao social, CNPJ, endereco) ja vem pre-preenchidos ao gerar o PDF.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inteligentes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1463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PJ para servicos (mais completo, 13 clausulas) ou NDA para confidencialidade.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3657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24028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aprende contexto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606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Quanto mais dados voce preencher nas etapas anteriores, melhor a IA gera as clausulas.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240280"/>
            <a:ext cx="3657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24028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detalhado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606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Itens de escopo bem descritos geram clausulas mais precisas no contrato final.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383280"/>
            <a:ext cx="3657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38328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Clicksign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assinatura digital tem validade juridica. O badge verde no header confirma conexao.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383280"/>
            <a:ext cx="3657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383280"/>
            <a:ext cx="54864" cy="960120"/>
          </a:xfrm>
          <a:prstGeom prst="rect">
            <a:avLst/>
          </a:prstGeom>
          <a:solidFill>
            <a:srgbClr val="8892A6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documento? Sem problema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Crie o contrato sem documento e adicione depois pela pagina de detalhe.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6366F1">
              <a:alpha val="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1887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criar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14400" y="2560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primeiro contrato?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Menu lateral  &gt;  Contratos  &gt;  + Novo Contrato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TBO OS  |  Modulo de Contratos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Tutorial: Criando Contratos no TBO OS</dc:title>
  <dc:subject>PptxGenJS Presentation</dc:subject>
  <dc:creator>TBO</dc:creator>
  <cp:lastModifiedBy>TBO</cp:lastModifiedBy>
  <cp:revision>1</cp:revision>
  <dcterms:created xsi:type="dcterms:W3CDTF">2026-03-24T21:04:55Z</dcterms:created>
  <dcterms:modified xsi:type="dcterms:W3CDTF">2026-03-24T21:04:55Z</dcterms:modified>
</cp:coreProperties>
</file>